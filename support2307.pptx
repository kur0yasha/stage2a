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E83E12-506D-3DF0-C437-884A103E0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8BB325-2469-E034-8313-B67E1C92A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E29236-CBFC-552D-54D2-C772C1E7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CBEC40-A14D-B340-E0EF-AFA2A2FE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BD08B3-6CBA-FDD0-BAEA-83E3DA81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831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549A62-E325-F367-D580-70327C7CC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B6B90A-4EE9-8055-9A66-E77AE7ED8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349DB3-E601-E7B1-6AA0-69904B45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A426A6-2A22-9945-3903-64BA33CA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7F543B-285B-F71D-8078-45C55F6E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839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8F3BC2-3DA9-FC67-AFB1-70BA49224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C14537-462F-AFF4-7259-824F18E64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00665D-459E-EA2D-81CC-50B0D28A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6D50E-D67E-F2EE-1CB5-3902C655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D21109-ABF8-F1E1-C204-26E8AA62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50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E7774-4882-45AC-8BC6-7B7DB99D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44CBF-9F03-0F93-8557-9529D6210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D2CEC7-B101-66F1-7318-9F0706841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071463-39E0-A08C-CA8C-69E94881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1D86C2-987F-DD58-A5C0-B79551F7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46E514-F197-23E0-6578-3EF81F18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8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5EBEA-0AC0-118F-4C40-A8970D19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0823ED-83B7-8631-D720-1057E3E0D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04295B8-0645-4BF2-AEA7-A9C4DF091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24CF3D-1168-DEBC-72A4-2704DD6525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20F2EE-F2D5-5D03-549F-1CC7998A42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7BE7EA-3101-5530-EF7A-7727D9B3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80E036-9B4C-690D-8D97-C2D4407D0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1FDB013-5751-F426-64D1-E8056E24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67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35619-788B-A267-EC68-D7706EBA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55E154-9CA7-CBC5-C1B0-3D7B75114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E4D67F-3519-F53C-F83C-15138CD5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D4D6CC-47C0-36E0-565D-027F9EC3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78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80176C-9CBE-1994-BC68-D29D42C6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D433C00-9F8F-B082-CEB6-5CC7DEA3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5D4F0A-809F-00FC-6C4D-E3319AF7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37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28677-88C0-9D5D-F46D-E9D0A9D9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2AB495-0255-D84A-6285-48EEB311E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382F01-7918-DCC6-457A-7A4BC01EF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24FA69-0E9A-6C35-0447-9090093B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C3FBA7-2FC4-139A-DB3F-321139B9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26B84F-138E-3908-6C07-33B76A1E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16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0F092F-E2A1-10E3-0822-B5F62BB71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B13622-7151-8A63-25DB-FD20EDB5F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A8B708-973C-E71E-A033-64E2E4569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8281C8-E68D-84FB-AAC0-457A73CAB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836968-9CA6-1533-FC09-0CC7F067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63DE0B-7674-E12D-3563-6E39AF83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354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261FA9-E663-BDDA-1640-12757CF5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7EF9ABB-A358-F980-FDA2-7CBF3F46B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5F944E-5D80-0443-0F44-2BB64F55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244141-3375-0209-A499-D6132E89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C6217C-B230-5AA0-78CE-76EC0BDE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55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6C5C63-34F3-84F4-DA73-39E0EDED5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3DB3FD7-D6BC-24F7-D0D2-82F11ACD6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0AA6DB-F7C2-43AC-9391-A923D160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02E6AD-7E31-2345-9C33-A9026DA2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94AD5B-64B2-99C7-4CC1-ED77754E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04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2913DAA-231A-E4F6-7196-57EF116D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0DF3C8-6169-90C2-8F3F-B3CDD8FE6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2BC6CD-0D96-E6E6-87EE-FC26D7141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9CC38-AB9D-40EF-A309-63DBD85BA534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DFEDA4-135C-B8F5-CBB6-AECCBF07B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D4612B-81B9-DB70-6CC0-2C0C5B56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E2BDD-B86D-4815-A61B-ECDE70923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33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3D237-7F0E-81DC-125C-57BFEF02F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pPr algn="ctr"/>
            <a:r>
              <a:rPr lang="fr-FR" dirty="0"/>
              <a:t>Concept de base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BA96B36-128A-64BB-03F9-483C24B40B1D}"/>
              </a:ext>
            </a:extLst>
          </p:cNvPr>
          <p:cNvSpPr txBox="1"/>
          <p:nvPr/>
        </p:nvSpPr>
        <p:spPr>
          <a:xfrm>
            <a:off x="4224866" y="2224726"/>
            <a:ext cx="3606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Plans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C009E19-6D3B-3F00-F2A4-74A36EE2C87A}"/>
              </a:ext>
            </a:extLst>
          </p:cNvPr>
          <p:cNvSpPr txBox="1"/>
          <p:nvPr/>
        </p:nvSpPr>
        <p:spPr>
          <a:xfrm>
            <a:off x="4224866" y="3014761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Recherche des trous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2574311-87B6-FE1D-E4B4-206E44A1CCA5}"/>
              </a:ext>
            </a:extLst>
          </p:cNvPr>
          <p:cNvSpPr txBox="1"/>
          <p:nvPr/>
        </p:nvSpPr>
        <p:spPr>
          <a:xfrm>
            <a:off x="4199466" y="3662918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Clustering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1834384-4D97-88D4-9569-D5242F1F6C02}"/>
              </a:ext>
            </a:extLst>
          </p:cNvPr>
          <p:cNvSpPr txBox="1"/>
          <p:nvPr/>
        </p:nvSpPr>
        <p:spPr>
          <a:xfrm>
            <a:off x="4199466" y="4310161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Classification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1598489-47C2-3797-D93C-FFE8C275A0E6}"/>
              </a:ext>
            </a:extLst>
          </p:cNvPr>
          <p:cNvSpPr txBox="1"/>
          <p:nvPr/>
        </p:nvSpPr>
        <p:spPr>
          <a:xfrm>
            <a:off x="4224866" y="5772946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Soustraction des volumes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C7CD18D-ECC2-6824-C530-904BB48AF838}"/>
              </a:ext>
            </a:extLst>
          </p:cNvPr>
          <p:cNvSpPr txBox="1"/>
          <p:nvPr/>
        </p:nvSpPr>
        <p:spPr>
          <a:xfrm>
            <a:off x="4250266" y="4933832"/>
            <a:ext cx="3606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Reconstruction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83C9FDD-ABF1-728D-1A41-EBFE8EED0C84}"/>
              </a:ext>
            </a:extLst>
          </p:cNvPr>
          <p:cNvSpPr txBox="1"/>
          <p:nvPr/>
        </p:nvSpPr>
        <p:spPr>
          <a:xfrm>
            <a:off x="4224866" y="1511412"/>
            <a:ext cx="35814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Nuage de points</a:t>
            </a:r>
          </a:p>
        </p:txBody>
      </p:sp>
    </p:spTree>
    <p:extLst>
      <p:ext uri="{BB962C8B-B14F-4D97-AF65-F5344CB8AC3E}">
        <p14:creationId xmlns:p14="http://schemas.microsoft.com/office/powerpoint/2010/main" val="358549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7A5877-7F11-5E43-7D5A-94C85AF7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Changements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CB4ED32-F8E9-578A-D98F-69DFED9CB25B}"/>
              </a:ext>
            </a:extLst>
          </p:cNvPr>
          <p:cNvSpPr txBox="1"/>
          <p:nvPr/>
        </p:nvSpPr>
        <p:spPr>
          <a:xfrm>
            <a:off x="838200" y="2142392"/>
            <a:ext cx="3606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Plans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86FB6E7-76B5-ABAB-E6B9-E7B8D4656E2A}"/>
              </a:ext>
            </a:extLst>
          </p:cNvPr>
          <p:cNvSpPr txBox="1"/>
          <p:nvPr/>
        </p:nvSpPr>
        <p:spPr>
          <a:xfrm>
            <a:off x="838200" y="2932427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Recherche des trous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9113B0D-E294-02AC-09B5-536F98F3C1BF}"/>
              </a:ext>
            </a:extLst>
          </p:cNvPr>
          <p:cNvSpPr txBox="1"/>
          <p:nvPr/>
        </p:nvSpPr>
        <p:spPr>
          <a:xfrm>
            <a:off x="812800" y="3580584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Clustering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C31E598-840A-B6D1-4F1E-00F581199F2F}"/>
              </a:ext>
            </a:extLst>
          </p:cNvPr>
          <p:cNvSpPr txBox="1"/>
          <p:nvPr/>
        </p:nvSpPr>
        <p:spPr>
          <a:xfrm>
            <a:off x="812800" y="4227827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Classification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A003D76-EE62-35C5-9A89-05E3D7E58BDD}"/>
              </a:ext>
            </a:extLst>
          </p:cNvPr>
          <p:cNvSpPr txBox="1"/>
          <p:nvPr/>
        </p:nvSpPr>
        <p:spPr>
          <a:xfrm>
            <a:off x="838200" y="5690612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Soustraction des volumes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7613432-F6A4-1277-0C7F-777D453236A8}"/>
              </a:ext>
            </a:extLst>
          </p:cNvPr>
          <p:cNvSpPr txBox="1"/>
          <p:nvPr/>
        </p:nvSpPr>
        <p:spPr>
          <a:xfrm>
            <a:off x="863600" y="4851498"/>
            <a:ext cx="3606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Reconstruction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EF95B7E-FD33-CA58-CFFE-212F07FFC9D7}"/>
              </a:ext>
            </a:extLst>
          </p:cNvPr>
          <p:cNvSpPr txBox="1"/>
          <p:nvPr/>
        </p:nvSpPr>
        <p:spPr>
          <a:xfrm>
            <a:off x="838200" y="1429078"/>
            <a:ext cx="35814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Nuage de points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D200D86-87B2-84A3-14EF-368DA3D11462}"/>
              </a:ext>
            </a:extLst>
          </p:cNvPr>
          <p:cNvSpPr txBox="1"/>
          <p:nvPr/>
        </p:nvSpPr>
        <p:spPr>
          <a:xfrm>
            <a:off x="8068733" y="2088531"/>
            <a:ext cx="3606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Plans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8B44540-B1BC-E936-41CD-3902F48C1360}"/>
              </a:ext>
            </a:extLst>
          </p:cNvPr>
          <p:cNvSpPr txBox="1"/>
          <p:nvPr/>
        </p:nvSpPr>
        <p:spPr>
          <a:xfrm>
            <a:off x="8068733" y="2878566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Recherche des trous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95F65E6-30FD-3BE2-78F9-96F382EB680D}"/>
              </a:ext>
            </a:extLst>
          </p:cNvPr>
          <p:cNvSpPr txBox="1"/>
          <p:nvPr/>
        </p:nvSpPr>
        <p:spPr>
          <a:xfrm>
            <a:off x="8094133" y="4114450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Clustering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A6E855D-EE2B-9C23-72BE-D6F193ECDCE3}"/>
              </a:ext>
            </a:extLst>
          </p:cNvPr>
          <p:cNvSpPr txBox="1"/>
          <p:nvPr/>
        </p:nvSpPr>
        <p:spPr>
          <a:xfrm>
            <a:off x="8094133" y="3502237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Classification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3CA18CF-E0F8-CB90-FCAF-3A4F4C81B9C5}"/>
              </a:ext>
            </a:extLst>
          </p:cNvPr>
          <p:cNvSpPr txBox="1"/>
          <p:nvPr/>
        </p:nvSpPr>
        <p:spPr>
          <a:xfrm>
            <a:off x="8068733" y="5636751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Soustraction des volumes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C5B5528-C50B-104E-7DC4-B34379A7C121}"/>
              </a:ext>
            </a:extLst>
          </p:cNvPr>
          <p:cNvSpPr txBox="1"/>
          <p:nvPr/>
        </p:nvSpPr>
        <p:spPr>
          <a:xfrm>
            <a:off x="8094133" y="4797637"/>
            <a:ext cx="3606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Reconstruction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D4712F8-5823-FC72-E4B6-98C4EE5FFE3E}"/>
              </a:ext>
            </a:extLst>
          </p:cNvPr>
          <p:cNvSpPr txBox="1"/>
          <p:nvPr/>
        </p:nvSpPr>
        <p:spPr>
          <a:xfrm>
            <a:off x="8068733" y="1375217"/>
            <a:ext cx="35814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Nuage de points</a:t>
            </a:r>
          </a:p>
        </p:txBody>
      </p:sp>
      <p:sp>
        <p:nvSpPr>
          <p:cNvPr id="41" name="Flèche : droite 40">
            <a:extLst>
              <a:ext uri="{FF2B5EF4-FFF2-40B4-BE49-F238E27FC236}">
                <a16:creationId xmlns:a16="http://schemas.microsoft.com/office/drawing/2014/main" id="{6B22D339-52F9-ED4A-9CA8-1BB9E1CC3823}"/>
              </a:ext>
            </a:extLst>
          </p:cNvPr>
          <p:cNvSpPr/>
          <p:nvPr/>
        </p:nvSpPr>
        <p:spPr>
          <a:xfrm>
            <a:off x="4724400" y="2878566"/>
            <a:ext cx="2760133" cy="7875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courbe vers la gauche 41">
            <a:extLst>
              <a:ext uri="{FF2B5EF4-FFF2-40B4-BE49-F238E27FC236}">
                <a16:creationId xmlns:a16="http://schemas.microsoft.com/office/drawing/2014/main" id="{A4C462EA-B07D-4376-67B6-82D12B59CAA7}"/>
              </a:ext>
            </a:extLst>
          </p:cNvPr>
          <p:cNvSpPr/>
          <p:nvPr/>
        </p:nvSpPr>
        <p:spPr>
          <a:xfrm rot="10800000">
            <a:off x="7484532" y="3593883"/>
            <a:ext cx="584199" cy="7875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32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E54006-BBA8-F8A6-8811-DEAE0EBC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Implémentation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0ACD068-F664-9EB2-C472-60237F65E568}"/>
              </a:ext>
            </a:extLst>
          </p:cNvPr>
          <p:cNvCxnSpPr>
            <a:cxnSpLocks/>
          </p:cNvCxnSpPr>
          <p:nvPr/>
        </p:nvCxnSpPr>
        <p:spPr>
          <a:xfrm flipH="1" flipV="1">
            <a:off x="2514600" y="1952298"/>
            <a:ext cx="1608666" cy="472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F4EB4E8-2148-08C4-D8F9-B1115C8FB8A3}"/>
              </a:ext>
            </a:extLst>
          </p:cNvPr>
          <p:cNvCxnSpPr>
            <a:cxnSpLocks/>
          </p:cNvCxnSpPr>
          <p:nvPr/>
        </p:nvCxnSpPr>
        <p:spPr>
          <a:xfrm flipH="1" flipV="1">
            <a:off x="2353733" y="3801533"/>
            <a:ext cx="1854200" cy="486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7406C84-F5D5-506F-6625-FD050EAFF5DA}"/>
              </a:ext>
            </a:extLst>
          </p:cNvPr>
          <p:cNvCxnSpPr/>
          <p:nvPr/>
        </p:nvCxnSpPr>
        <p:spPr>
          <a:xfrm flipH="1">
            <a:off x="2734733" y="5850466"/>
            <a:ext cx="1473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6248945-2D2E-28C9-87DF-85FAAC2CF862}"/>
              </a:ext>
            </a:extLst>
          </p:cNvPr>
          <p:cNvCxnSpPr>
            <a:cxnSpLocks/>
          </p:cNvCxnSpPr>
          <p:nvPr/>
        </p:nvCxnSpPr>
        <p:spPr>
          <a:xfrm>
            <a:off x="8009466" y="3145354"/>
            <a:ext cx="1549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8350F244-5782-B906-E577-FC82522BBBD9}"/>
              </a:ext>
            </a:extLst>
          </p:cNvPr>
          <p:cNvCxnSpPr>
            <a:cxnSpLocks/>
          </p:cNvCxnSpPr>
          <p:nvPr/>
        </p:nvCxnSpPr>
        <p:spPr>
          <a:xfrm>
            <a:off x="8009466" y="5223933"/>
            <a:ext cx="1549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8B0A5C24-9020-28E3-5751-45E16DB7AA56}"/>
              </a:ext>
            </a:extLst>
          </p:cNvPr>
          <p:cNvSpPr txBox="1"/>
          <p:nvPr/>
        </p:nvSpPr>
        <p:spPr>
          <a:xfrm>
            <a:off x="254000" y="1548078"/>
            <a:ext cx="2438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Recherche des plans terminée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96BD2AB-23A4-8299-6FF9-4A62691C8249}"/>
              </a:ext>
            </a:extLst>
          </p:cNvPr>
          <p:cNvSpPr txBox="1"/>
          <p:nvPr/>
        </p:nvSpPr>
        <p:spPr>
          <a:xfrm>
            <a:off x="9702800" y="2516928"/>
            <a:ext cx="223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Implémentation terminée avec améliorations possibles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FABEB6E-EC0E-4657-84CF-D42332B8BF24}"/>
              </a:ext>
            </a:extLst>
          </p:cNvPr>
          <p:cNvSpPr txBox="1"/>
          <p:nvPr/>
        </p:nvSpPr>
        <p:spPr>
          <a:xfrm>
            <a:off x="304800" y="2382768"/>
            <a:ext cx="2209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Ancien algorithme de clustering sur des plans relativement efficace, éventuellement a adapter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BC4B459-6A35-087D-E98F-F4F85361DE8F}"/>
              </a:ext>
            </a:extLst>
          </p:cNvPr>
          <p:cNvSpPr txBox="1"/>
          <p:nvPr/>
        </p:nvSpPr>
        <p:spPr>
          <a:xfrm>
            <a:off x="304800" y="4663592"/>
            <a:ext cx="23452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Implémentation terminée, quelques problèmes restant au niveau des opérations menées dans blender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3B1062E-A5F6-5FE0-BBD9-780E8740D5C6}"/>
              </a:ext>
            </a:extLst>
          </p:cNvPr>
          <p:cNvSpPr txBox="1"/>
          <p:nvPr/>
        </p:nvSpPr>
        <p:spPr>
          <a:xfrm>
            <a:off x="9702800" y="4301067"/>
            <a:ext cx="218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 terminé et satisfaisant pour transformer les volumes en .</a:t>
            </a:r>
            <a:r>
              <a:rPr lang="fr-FR" dirty="0" err="1"/>
              <a:t>obj</a:t>
            </a:r>
            <a:r>
              <a:rPr lang="fr-FR" dirty="0"/>
              <a:t>, puis en .</a:t>
            </a:r>
            <a:r>
              <a:rPr lang="fr-FR" dirty="0" err="1"/>
              <a:t>ifc</a:t>
            </a:r>
            <a:r>
              <a:rPr lang="fr-FR" dirty="0"/>
              <a:t> avec la classification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5D206D-6157-3618-B6F9-E890D1733282}"/>
              </a:ext>
            </a:extLst>
          </p:cNvPr>
          <p:cNvSpPr txBox="1"/>
          <p:nvPr/>
        </p:nvSpPr>
        <p:spPr>
          <a:xfrm>
            <a:off x="4250266" y="2142392"/>
            <a:ext cx="3606800" cy="58477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Plans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86EC38-A4D1-67A2-CCE1-91CD979BE3FB}"/>
              </a:ext>
            </a:extLst>
          </p:cNvPr>
          <p:cNvSpPr txBox="1"/>
          <p:nvPr/>
        </p:nvSpPr>
        <p:spPr>
          <a:xfrm>
            <a:off x="4250266" y="2932427"/>
            <a:ext cx="3632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Recherche des trous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D8BFC96-C563-41AA-15EE-700E501A7EB1}"/>
              </a:ext>
            </a:extLst>
          </p:cNvPr>
          <p:cNvSpPr txBox="1"/>
          <p:nvPr/>
        </p:nvSpPr>
        <p:spPr>
          <a:xfrm>
            <a:off x="4275666" y="4168311"/>
            <a:ext cx="3632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Clustering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72F7C32-7189-1A32-8837-21476083CD9A}"/>
              </a:ext>
            </a:extLst>
          </p:cNvPr>
          <p:cNvSpPr txBox="1"/>
          <p:nvPr/>
        </p:nvSpPr>
        <p:spPr>
          <a:xfrm>
            <a:off x="4275666" y="3556098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Classification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94B4A8F-285A-1ABA-CF41-EB8EB0217999}"/>
              </a:ext>
            </a:extLst>
          </p:cNvPr>
          <p:cNvSpPr txBox="1"/>
          <p:nvPr/>
        </p:nvSpPr>
        <p:spPr>
          <a:xfrm>
            <a:off x="4250266" y="5690612"/>
            <a:ext cx="3632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Soustraction des volumes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7D8A68E-FC23-F12C-1A74-5706781387A3}"/>
              </a:ext>
            </a:extLst>
          </p:cNvPr>
          <p:cNvSpPr txBox="1"/>
          <p:nvPr/>
        </p:nvSpPr>
        <p:spPr>
          <a:xfrm>
            <a:off x="4275666" y="4851498"/>
            <a:ext cx="3606800" cy="58477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Reconstruction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55F6E40-5ECC-C38E-FBEB-18CB0ED16268}"/>
              </a:ext>
            </a:extLst>
          </p:cNvPr>
          <p:cNvSpPr txBox="1"/>
          <p:nvPr/>
        </p:nvSpPr>
        <p:spPr>
          <a:xfrm>
            <a:off x="4250266" y="1429078"/>
            <a:ext cx="3581400" cy="52322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Nuage de points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E125943-0D77-D071-1916-7948AED9E6B5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 flipV="1">
            <a:off x="7857066" y="497724"/>
            <a:ext cx="575733" cy="1937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625B900E-9606-0112-1535-890653D78CB8}"/>
              </a:ext>
            </a:extLst>
          </p:cNvPr>
          <p:cNvSpPr txBox="1"/>
          <p:nvPr/>
        </p:nvSpPr>
        <p:spPr>
          <a:xfrm>
            <a:off x="8420099" y="842202"/>
            <a:ext cx="3632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Soustraction des volumes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57E4F1E-3C78-3765-CEA7-48CE977F0D56}"/>
              </a:ext>
            </a:extLst>
          </p:cNvPr>
          <p:cNvSpPr txBox="1"/>
          <p:nvPr/>
        </p:nvSpPr>
        <p:spPr>
          <a:xfrm>
            <a:off x="8432799" y="205336"/>
            <a:ext cx="3606800" cy="58477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Reconstruction</a:t>
            </a:r>
          </a:p>
        </p:txBody>
      </p:sp>
    </p:spTree>
    <p:extLst>
      <p:ext uri="{BB962C8B-B14F-4D97-AF65-F5344CB8AC3E}">
        <p14:creationId xmlns:p14="http://schemas.microsoft.com/office/powerpoint/2010/main" val="50218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9CA2C4-380E-6F2C-3BB6-1D20845E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Fonctionnalités futures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7DAD34F-7A06-7D41-44AA-097B309F68AD}"/>
              </a:ext>
            </a:extLst>
          </p:cNvPr>
          <p:cNvSpPr txBox="1"/>
          <p:nvPr/>
        </p:nvSpPr>
        <p:spPr>
          <a:xfrm>
            <a:off x="4038600" y="2142392"/>
            <a:ext cx="3606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Plans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C38FE6-CE18-B7F2-AD36-9CCF3C1142AA}"/>
              </a:ext>
            </a:extLst>
          </p:cNvPr>
          <p:cNvSpPr txBox="1"/>
          <p:nvPr/>
        </p:nvSpPr>
        <p:spPr>
          <a:xfrm>
            <a:off x="4038600" y="2932427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Recherche des trous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90FE228-9BF1-1E7D-0FA2-4F743BC5FE59}"/>
              </a:ext>
            </a:extLst>
          </p:cNvPr>
          <p:cNvSpPr txBox="1"/>
          <p:nvPr/>
        </p:nvSpPr>
        <p:spPr>
          <a:xfrm>
            <a:off x="4013200" y="3580584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Clustering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7E26D6B-FE8E-5D7F-5B83-0056F185322A}"/>
              </a:ext>
            </a:extLst>
          </p:cNvPr>
          <p:cNvSpPr txBox="1"/>
          <p:nvPr/>
        </p:nvSpPr>
        <p:spPr>
          <a:xfrm>
            <a:off x="4013200" y="4227827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Classification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DEF0FF1-E5B5-C4F3-B542-5C95507ADCDC}"/>
              </a:ext>
            </a:extLst>
          </p:cNvPr>
          <p:cNvSpPr txBox="1"/>
          <p:nvPr/>
        </p:nvSpPr>
        <p:spPr>
          <a:xfrm>
            <a:off x="4038600" y="5690612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Soustraction des volumes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5804D7-E745-C6E1-90BA-6F96B5B7281D}"/>
              </a:ext>
            </a:extLst>
          </p:cNvPr>
          <p:cNvSpPr txBox="1"/>
          <p:nvPr/>
        </p:nvSpPr>
        <p:spPr>
          <a:xfrm>
            <a:off x="4064000" y="4851498"/>
            <a:ext cx="3606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Reconstruction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C59ACD1-F932-FEED-0AB2-56460235A4D5}"/>
              </a:ext>
            </a:extLst>
          </p:cNvPr>
          <p:cNvSpPr txBox="1"/>
          <p:nvPr/>
        </p:nvSpPr>
        <p:spPr>
          <a:xfrm>
            <a:off x="4038600" y="1429078"/>
            <a:ext cx="35814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Nuage de points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B09966F-94FF-BFAC-9852-723F6069530B}"/>
              </a:ext>
            </a:extLst>
          </p:cNvPr>
          <p:cNvSpPr txBox="1"/>
          <p:nvPr/>
        </p:nvSpPr>
        <p:spPr>
          <a:xfrm>
            <a:off x="4038600" y="6172200"/>
            <a:ext cx="363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Maquette terminée</a:t>
            </a:r>
          </a:p>
        </p:txBody>
      </p:sp>
      <p:sp>
        <p:nvSpPr>
          <p:cNvPr id="12" name="Flèche : courbe vers la gauche 11">
            <a:extLst>
              <a:ext uri="{FF2B5EF4-FFF2-40B4-BE49-F238E27FC236}">
                <a16:creationId xmlns:a16="http://schemas.microsoft.com/office/drawing/2014/main" id="{0E3F8D09-DEE9-54D1-5073-489C09903DFB}"/>
              </a:ext>
            </a:extLst>
          </p:cNvPr>
          <p:cNvSpPr/>
          <p:nvPr/>
        </p:nvSpPr>
        <p:spPr>
          <a:xfrm rot="10800000">
            <a:off x="1964266" y="1429077"/>
            <a:ext cx="1964267" cy="5080489"/>
          </a:xfrm>
          <a:prstGeom prst="curvedLeftArrow">
            <a:avLst>
              <a:gd name="adj1" fmla="val 13308"/>
              <a:gd name="adj2" fmla="val 22270"/>
              <a:gd name="adj3" fmla="val 129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694A279-6C6A-61B3-B5EC-EEEF307F8297}"/>
              </a:ext>
            </a:extLst>
          </p:cNvPr>
          <p:cNvSpPr txBox="1"/>
          <p:nvPr/>
        </p:nvSpPr>
        <p:spPr>
          <a:xfrm>
            <a:off x="127000" y="3301759"/>
            <a:ext cx="1752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Soustraction des points correspondant a un élément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3CA02F5-3597-02F2-BDC6-739C776099B9}"/>
              </a:ext>
            </a:extLst>
          </p:cNvPr>
          <p:cNvCxnSpPr>
            <a:stCxn id="10" idx="3"/>
          </p:cNvCxnSpPr>
          <p:nvPr/>
        </p:nvCxnSpPr>
        <p:spPr>
          <a:xfrm>
            <a:off x="7620000" y="1690688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8AC391A9-5FEB-A1DA-4C88-1E58D84C4E96}"/>
              </a:ext>
            </a:extLst>
          </p:cNvPr>
          <p:cNvSpPr txBox="1"/>
          <p:nvPr/>
        </p:nvSpPr>
        <p:spPr>
          <a:xfrm>
            <a:off x="8703733" y="1429077"/>
            <a:ext cx="3073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Clustering sur les éléments restants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7851357-AC01-7C3B-5306-D0AFBD12E7D3}"/>
              </a:ext>
            </a:extLst>
          </p:cNvPr>
          <p:cNvSpPr txBox="1"/>
          <p:nvPr/>
        </p:nvSpPr>
        <p:spPr>
          <a:xfrm>
            <a:off x="8703733" y="2218267"/>
            <a:ext cx="3073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Choix de l’utilisateur sur quoi conserver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BBAB7E81-9C2F-4354-B9BE-11D19E76D3C8}"/>
              </a:ext>
            </a:extLst>
          </p:cNvPr>
          <p:cNvCxnSpPr>
            <a:stCxn id="17" idx="1"/>
            <a:endCxn id="7" idx="3"/>
          </p:cNvCxnSpPr>
          <p:nvPr/>
        </p:nvCxnSpPr>
        <p:spPr>
          <a:xfrm flipH="1">
            <a:off x="7645400" y="2541433"/>
            <a:ext cx="1058333" cy="1871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E8F58A6-22C0-C27D-3FA0-3899D0E10227}"/>
              </a:ext>
            </a:extLst>
          </p:cNvPr>
          <p:cNvCxnSpPr>
            <a:stCxn id="17" idx="1"/>
            <a:endCxn id="9" idx="3"/>
          </p:cNvCxnSpPr>
          <p:nvPr/>
        </p:nvCxnSpPr>
        <p:spPr>
          <a:xfrm flipH="1">
            <a:off x="7670800" y="2541433"/>
            <a:ext cx="1032933" cy="2602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F448793C-07D1-09A8-5D81-FC90C5F77F79}"/>
              </a:ext>
            </a:extLst>
          </p:cNvPr>
          <p:cNvSpPr txBox="1"/>
          <p:nvPr/>
        </p:nvSpPr>
        <p:spPr>
          <a:xfrm>
            <a:off x="7886700" y="390192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Maillage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DF43076-9151-42A8-7E67-6AE1EBEE4453}"/>
              </a:ext>
            </a:extLst>
          </p:cNvPr>
          <p:cNvSpPr txBox="1"/>
          <p:nvPr/>
        </p:nvSpPr>
        <p:spPr>
          <a:xfrm>
            <a:off x="7539569" y="2443772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Analyse sémantique</a:t>
            </a:r>
          </a:p>
        </p:txBody>
      </p:sp>
    </p:spTree>
    <p:extLst>
      <p:ext uri="{BB962C8B-B14F-4D97-AF65-F5344CB8AC3E}">
        <p14:creationId xmlns:p14="http://schemas.microsoft.com/office/powerpoint/2010/main" val="41479996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153</Words>
  <Application>Microsoft Office PowerPoint</Application>
  <PresentationFormat>Grand écran</PresentationFormat>
  <Paragraphs>52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Concept de base</vt:lpstr>
      <vt:lpstr>Changements</vt:lpstr>
      <vt:lpstr>Implémentation</vt:lpstr>
      <vt:lpstr>Fonctionnalités futures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Eliott Sentenac</dc:creator>
  <cp:lastModifiedBy>Eliott Sentenac</cp:lastModifiedBy>
  <cp:revision>3</cp:revision>
  <dcterms:created xsi:type="dcterms:W3CDTF">2025-07-23T13:53:49Z</dcterms:created>
  <dcterms:modified xsi:type="dcterms:W3CDTF">2025-07-25T15:28:38Z</dcterms:modified>
</cp:coreProperties>
</file>