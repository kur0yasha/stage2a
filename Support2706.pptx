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2F66B8-2444-C5BE-791E-E737A7120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9A40B8-D458-5111-F807-DAE2823F0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8E6F53-FEF9-1510-B8A6-F0D73BD1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7B149E-768D-68B8-FC3A-42626DE4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444B83-28C2-8F06-5F74-95251986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525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C7B59-BB02-0C9E-5B0C-A662EBCDB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A7263-1DA6-7B45-7B10-88B91BC9B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0EC0EB-47E1-87DA-B80A-9EF20999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CFCEE8-7A6B-C0C7-E40D-DD2829B41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B460D4-A127-CCE6-8E42-C8E2382E7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87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696432-4757-D4EF-48D9-07DA5A54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5E5543-2FD4-A7CC-077A-933C4506F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74960E-51AA-6DBF-FE89-BC060EC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6664C6-5B6F-782E-0885-E9184720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DCDD85-F576-890A-ED8D-1A3BCAA9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847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08CD7B-D647-1669-3DDC-41E6729A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F48363-5500-15A9-C04A-18129162B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3A141D-6C68-F5AC-15FE-7B94847CD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D03E4D-B1A1-D6ED-C433-D191ED47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B79222-A0E1-06E7-2EC4-E9780E2D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171715-C0CA-33C0-7ADF-68BD9DE8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56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5A7FEF-93C0-B827-B823-9C1A76DF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8C1CF0-BC28-01AC-DC56-143EBAE46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EC20DA-9795-610F-4826-A457A2834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DB29F6-EDD3-E70C-6092-CD91432F4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A6BFEA-7986-4800-7A09-72362E572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EABF413-D3F2-BFCE-0F11-6C864E0C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67B728-FC60-8B07-4BDD-1CEBAC7E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5BFA31D-4E64-82DD-0DA0-5BB83AED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149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E9DABF-EC87-6B81-09DD-A07CADEA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B6FFF1-0496-6F00-3B1E-3FA345625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4D41FF-2F86-7D9E-23ED-B7D08A36C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A9AD06-BCA0-1140-90B0-A285D5D8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50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570BD3-7A14-BF13-6E91-263664E2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50A2BD-7C08-DA2A-C683-3E000329F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F3DAA8-6C9C-8D21-20DD-D61FF8D2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392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0EBFD-8704-ED03-BF3F-C5D8B788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F1C3B3-EAC7-E78C-90A3-62DB1A70E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4C9940-4567-B763-40DA-225058866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4147E3-D738-D556-9E14-B02A15E8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A50C4E-3258-D45E-8F60-EEEC2D23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552B6A-E9FE-DBB5-9D4B-BA76E9A7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72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1F408-C5BD-C71B-127E-FB78F39C0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FE5997F-97F8-A4BF-D851-3514670419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8B1976-1580-C0C7-AF5F-92752A47A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B77559-211C-940F-979B-006F621B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FD5D3B-D386-DBC1-C67A-31F36ABE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9DC0AE-3C71-2D3B-8238-BA827F61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50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2B349B-F0F0-162E-FBAC-411F349F8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F356F3-23D1-97BE-4066-2DC956B24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D26CB1-062B-CFEA-1034-30E26433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A1257B-2205-19D8-A55B-DB6DF54E1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C52E5B-6C00-35E8-E24B-7E1AB5CFC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39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C891DB8-78CF-84C2-4FDE-BF2C99D24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0AC924-219D-81EA-4AA5-33EAEC3E1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15F78B-F453-6810-CB74-4958BDD2A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B6AC9E-6BD3-0C02-A08E-4AD95AEB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E41338-03E2-BE13-63F4-032550C9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68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4E85A89-9F3D-66FC-CBA2-43E611C4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BC5185-4F93-6DEF-6212-A8A39227D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7F2475-32FD-764F-1419-C0690331A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705B7-1E08-41E8-A28E-179BF593BF50}" type="datetimeFigureOut">
              <a:rPr lang="fr-FR" smtClean="0"/>
              <a:t>27/06/2025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9D5C40-EF58-49B3-9C30-E0ECD38BF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9C29B8-F9E3-7D35-B611-1B02C25BD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3B9F4-2AFA-4470-8325-1BD57AF07D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3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15A2A-1F97-F73B-2115-47801D0A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4C06E2-C472-AEB0-40F1-97D1AD53D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Présentation des méthodes</a:t>
            </a:r>
          </a:p>
          <a:p>
            <a:pPr lvl="1">
              <a:buFontTx/>
              <a:buChar char="-"/>
            </a:pPr>
            <a:r>
              <a:rPr lang="fr-FR" dirty="0"/>
              <a:t>Détails sur les méthodes</a:t>
            </a:r>
          </a:p>
          <a:p>
            <a:pPr lvl="1">
              <a:buFontTx/>
              <a:buChar char="-"/>
            </a:pPr>
            <a:r>
              <a:rPr lang="fr-FR" dirty="0"/>
              <a:t>Différences entre nuages de points et maillages</a:t>
            </a:r>
          </a:p>
          <a:p>
            <a:pPr lvl="1">
              <a:buFontTx/>
              <a:buChar char="-"/>
            </a:pPr>
            <a:r>
              <a:rPr lang="fr-FR" dirty="0"/>
              <a:t>Difficultés d’implémentation éventuelle</a:t>
            </a:r>
          </a:p>
          <a:p>
            <a:pPr lvl="1">
              <a:buFontTx/>
              <a:buChar char="-"/>
            </a:pPr>
            <a:endParaRPr lang="fr-FR" dirty="0"/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Mon avis</a:t>
            </a:r>
          </a:p>
          <a:p>
            <a:pPr marL="571500" indent="-571500">
              <a:buFont typeface="+mj-lt"/>
              <a:buAutoNum type="romanUcPeriod"/>
            </a:pPr>
            <a:endParaRPr lang="fr-FR" dirty="0"/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Conclusion et suite</a:t>
            </a:r>
          </a:p>
        </p:txBody>
      </p:sp>
    </p:spTree>
    <p:extLst>
      <p:ext uri="{BB962C8B-B14F-4D97-AF65-F5344CB8AC3E}">
        <p14:creationId xmlns:p14="http://schemas.microsoft.com/office/powerpoint/2010/main" val="3299064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AF5C7F-56EB-D8F5-DD8E-21681B07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des méthodes - Les étapes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88D69B-B91B-EA28-0145-BF40D0CC3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Prétraitement des données</a:t>
            </a:r>
          </a:p>
          <a:p>
            <a:pPr marL="571500" indent="-571500">
              <a:buFont typeface="+mj-lt"/>
              <a:buAutoNum type="romanUcPeriod"/>
            </a:pPr>
            <a:endParaRPr lang="fr-FR" dirty="0"/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Recherches de primitives géométriques</a:t>
            </a:r>
          </a:p>
          <a:p>
            <a:pPr marL="571500" indent="-571500">
              <a:buFont typeface="+mj-lt"/>
              <a:buAutoNum type="romanUcPeriod"/>
            </a:pPr>
            <a:endParaRPr lang="fr-FR" dirty="0"/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Reconstruction de surfaces</a:t>
            </a:r>
          </a:p>
          <a:p>
            <a:pPr marL="571500" indent="-571500">
              <a:buFont typeface="+mj-lt"/>
              <a:buAutoNum type="romanUcPeriod"/>
            </a:pPr>
            <a:endParaRPr lang="fr-FR" dirty="0"/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Classification des surfaces</a:t>
            </a:r>
          </a:p>
        </p:txBody>
      </p:sp>
    </p:spTree>
    <p:extLst>
      <p:ext uri="{BB962C8B-B14F-4D97-AF65-F5344CB8AC3E}">
        <p14:creationId xmlns:p14="http://schemas.microsoft.com/office/powerpoint/2010/main" val="891769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B158D-CF01-D046-C8D2-43269612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des méthodes -        Prétraitement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4572B-30A6-68DB-7A65-7E3826FB8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Simplification des données (Voxel </a:t>
            </a:r>
            <a:r>
              <a:rPr lang="fr-FR" dirty="0" err="1"/>
              <a:t>grid</a:t>
            </a:r>
            <a:r>
              <a:rPr lang="fr-FR" dirty="0"/>
              <a:t> </a:t>
            </a:r>
            <a:r>
              <a:rPr lang="fr-FR" dirty="0" err="1"/>
              <a:t>filter</a:t>
            </a:r>
            <a:r>
              <a:rPr lang="fr-FR" dirty="0"/>
              <a:t>, </a:t>
            </a:r>
            <a:r>
              <a:rPr lang="fr-FR" dirty="0" err="1"/>
              <a:t>edge</a:t>
            </a:r>
            <a:r>
              <a:rPr lang="fr-FR" dirty="0"/>
              <a:t> collapse...)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Éventuel réduction du bruit, seulement en nuage de points (SOR…)</a:t>
            </a:r>
          </a:p>
          <a:p>
            <a:endParaRPr lang="fr-FR" dirty="0"/>
          </a:p>
          <a:p>
            <a:r>
              <a:rPr lang="fr-FR" dirty="0"/>
              <a:t>Calcul d’une valeur discriminante (Principalement des normales) (RANSAC, régression, transformée de Hough…)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4560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9084F-8DEA-5553-1537-E71584E5C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AAFAF1-AD3D-48CC-C994-76C4FA0D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des méthodes -             Recherche de primitives géométriques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E7CF10-C27E-6CA8-5FEF-8212F419C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Recherche de formes basiques à partir des valeurs calculées (RANSAC, croissance de régions…)</a:t>
            </a:r>
          </a:p>
          <a:p>
            <a:endParaRPr lang="fr-FR" dirty="0"/>
          </a:p>
          <a:p>
            <a:r>
              <a:rPr lang="fr-FR" dirty="0"/>
              <a:t>Fusion éventuelles de certaines primitives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E4B164-8DBE-9671-F40A-AD6127C04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534" y="3224345"/>
            <a:ext cx="4017674" cy="308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7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453B3-4FDB-D9D8-8C70-81B14D6F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9E8A30-65B6-4E32-9385-A45CA222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des méthodes -        Reconstruction des surfaces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CE0A68-8F2F-4DF4-EBCE-61DCDCC8C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Reconstruction des surfaces à partir des primitives obtenus</a:t>
            </a:r>
          </a:p>
          <a:p>
            <a:endParaRPr lang="fr-FR" dirty="0"/>
          </a:p>
          <a:p>
            <a:r>
              <a:rPr lang="fr-FR" dirty="0"/>
              <a:t>Beaucoup de méthodes différentes</a:t>
            </a:r>
          </a:p>
          <a:p>
            <a:endParaRPr lang="fr-FR" dirty="0"/>
          </a:p>
          <a:p>
            <a:r>
              <a:rPr lang="fr-FR" dirty="0"/>
              <a:t>La plupart permettent une création trop complexe, qui n’est pas ce qui est voulu ici.</a:t>
            </a:r>
          </a:p>
        </p:txBody>
      </p:sp>
    </p:spTree>
    <p:extLst>
      <p:ext uri="{BB962C8B-B14F-4D97-AF65-F5344CB8AC3E}">
        <p14:creationId xmlns:p14="http://schemas.microsoft.com/office/powerpoint/2010/main" val="388264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E4E53-4511-E611-E689-C9DC827B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EA8881-F5BF-8650-6417-7BB10043D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des méthodes -        Classification des surfaces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FAF6B5-1331-7B41-61A2-94CA0A5A7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Pas présente dans tout les travaux.</a:t>
            </a:r>
          </a:p>
          <a:p>
            <a:endParaRPr lang="fr-FR" dirty="0"/>
          </a:p>
          <a:p>
            <a:r>
              <a:rPr lang="fr-FR" dirty="0"/>
              <a:t>Méthodes de classification d’objet 3D usuelles basées sur l’analyse de graphs.</a:t>
            </a:r>
          </a:p>
          <a:p>
            <a:endParaRPr lang="fr-FR" dirty="0"/>
          </a:p>
          <a:p>
            <a:r>
              <a:rPr lang="fr-FR" dirty="0"/>
              <a:t>Méthode proposée utilisant la théorie des langages.</a:t>
            </a:r>
          </a:p>
        </p:txBody>
      </p:sp>
    </p:spTree>
    <p:extLst>
      <p:ext uri="{BB962C8B-B14F-4D97-AF65-F5344CB8AC3E}">
        <p14:creationId xmlns:p14="http://schemas.microsoft.com/office/powerpoint/2010/main" val="143259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A91163-8581-015D-DEEA-29CA1DCC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Différence entre nuage de points et maillage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DF9273-47A7-E767-BF4C-6F39B8357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Données contenues lors du traitement.</a:t>
            </a:r>
          </a:p>
          <a:p>
            <a:endParaRPr lang="fr-FR" dirty="0"/>
          </a:p>
          <a:p>
            <a:r>
              <a:rPr lang="fr-FR" dirty="0"/>
              <a:t>Nuage de point : coordonnées; Maillage : surfaces.</a:t>
            </a:r>
          </a:p>
          <a:p>
            <a:endParaRPr lang="fr-FR" dirty="0"/>
          </a:p>
          <a:p>
            <a:r>
              <a:rPr lang="fr-FR" dirty="0"/>
              <a:t>La seul différence concrète est les algorithmes appliqués sur les données.</a:t>
            </a:r>
          </a:p>
        </p:txBody>
      </p:sp>
    </p:spTree>
    <p:extLst>
      <p:ext uri="{BB962C8B-B14F-4D97-AF65-F5344CB8AC3E}">
        <p14:creationId xmlns:p14="http://schemas.microsoft.com/office/powerpoint/2010/main" val="124879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B4FD31-91EC-F61B-3898-201002C3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Difficultés d’implémentation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6F547-0D2F-9861-4533-46D4B440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Algorithmes complexes et difficiles à comprendre, modifier et implémenter.</a:t>
            </a:r>
          </a:p>
          <a:p>
            <a:endParaRPr lang="fr-FR" dirty="0"/>
          </a:p>
          <a:p>
            <a:r>
              <a:rPr lang="fr-FR" dirty="0"/>
              <a:t>Utilisation de l’IA nécessitant un éventuel entrainement de modèles existants (</a:t>
            </a:r>
            <a:r>
              <a:rPr lang="fr-FR" dirty="0" err="1"/>
              <a:t>PointNet</a:t>
            </a:r>
            <a:r>
              <a:rPr lang="fr-FR" dirty="0"/>
              <a:t> et modèles similaires.)</a:t>
            </a:r>
          </a:p>
          <a:p>
            <a:endParaRPr lang="fr-FR" dirty="0"/>
          </a:p>
          <a:p>
            <a:r>
              <a:rPr lang="fr-FR" dirty="0"/>
              <a:t>Contenu existant théorique seulement.</a:t>
            </a:r>
          </a:p>
        </p:txBody>
      </p:sp>
    </p:spTree>
    <p:extLst>
      <p:ext uri="{BB962C8B-B14F-4D97-AF65-F5344CB8AC3E}">
        <p14:creationId xmlns:p14="http://schemas.microsoft.com/office/powerpoint/2010/main" val="123529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098EE5-7559-DE7C-D473-27D353FA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Mon avis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044DEC-22D3-C993-07C8-F0159D431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Par rapport à la question maillage ou nuage de point : maillage en tant qu’étape.</a:t>
            </a:r>
          </a:p>
          <a:p>
            <a:endParaRPr lang="fr-FR" dirty="0"/>
          </a:p>
          <a:p>
            <a:r>
              <a:rPr lang="fr-FR" dirty="0"/>
              <a:t>Beaucoup de méthodes différentes, mais approches très complexes.</a:t>
            </a:r>
          </a:p>
          <a:p>
            <a:endParaRPr lang="fr-FR" dirty="0"/>
          </a:p>
          <a:p>
            <a:r>
              <a:rPr lang="fr-FR" dirty="0"/>
              <a:t>Se concentrer sur une implémentation étape par étape d’un prototype basique, et complexifier petit a petit.</a:t>
            </a:r>
          </a:p>
        </p:txBody>
      </p:sp>
    </p:spTree>
    <p:extLst>
      <p:ext uri="{BB962C8B-B14F-4D97-AF65-F5344CB8AC3E}">
        <p14:creationId xmlns:p14="http://schemas.microsoft.com/office/powerpoint/2010/main" val="2492714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12DE2-7650-41CB-6497-ED4B4F1CC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80AC95-C7E9-0ED8-A743-A7640A044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Les méthodes existantes sont nombreuses, mais complexes.</a:t>
            </a:r>
          </a:p>
          <a:p>
            <a:endParaRPr lang="fr-FR" dirty="0"/>
          </a:p>
          <a:p>
            <a:r>
              <a:rPr lang="fr-FR" dirty="0"/>
              <a:t>Elles suivent toutes la même approche globalement.</a:t>
            </a:r>
          </a:p>
          <a:p>
            <a:endParaRPr lang="fr-FR" dirty="0"/>
          </a:p>
          <a:p>
            <a:r>
              <a:rPr lang="fr-FR" dirty="0"/>
              <a:t>L’utilisation de l’IA est envisageable pour la recherche de primitives géométriques et la classification, mais l’implémentation à approfondir.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814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78435D-5231-0B4D-83F3-E407907B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Suite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187A78-47E2-E71C-F52C-61F06B356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Établissement d’un cahier des charges concret.</a:t>
            </a:r>
          </a:p>
          <a:p>
            <a:endParaRPr lang="fr-FR" dirty="0"/>
          </a:p>
          <a:p>
            <a:r>
              <a:rPr lang="fr-FR" dirty="0"/>
              <a:t>Utile pour la reprise du projet.</a:t>
            </a:r>
          </a:p>
          <a:p>
            <a:endParaRPr lang="fr-FR" dirty="0"/>
          </a:p>
          <a:p>
            <a:r>
              <a:rPr lang="fr-FR" dirty="0"/>
              <a:t>Garder une vision claire des attendus ainsi que prioriser les tâches.</a:t>
            </a:r>
          </a:p>
          <a:p>
            <a:endParaRPr lang="fr-FR" dirty="0"/>
          </a:p>
          <a:p>
            <a:r>
              <a:rPr lang="fr-FR" dirty="0"/>
              <a:t>Documenter les </a:t>
            </a:r>
            <a:r>
              <a:rPr lang="fr-FR"/>
              <a:t>méthodes </a:t>
            </a:r>
            <a:r>
              <a:rPr lang="fr-FR" dirty="0"/>
              <a:t>à</a:t>
            </a:r>
            <a:r>
              <a:rPr lang="fr-FR"/>
              <a:t> </a:t>
            </a:r>
            <a:r>
              <a:rPr lang="fr-FR" dirty="0"/>
              <a:t>utiliser pour </a:t>
            </a:r>
            <a:r>
              <a:rPr lang="fr-FR"/>
              <a:t>chaque étape.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42100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379</Words>
  <Application>Microsoft Office PowerPoint</Application>
  <PresentationFormat>Grand écran</PresentationFormat>
  <Paragraphs>79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Sommaire</vt:lpstr>
      <vt:lpstr>Présentation des méthodes - Les étapes</vt:lpstr>
      <vt:lpstr>Présentation des méthodes -        Prétraitement des données</vt:lpstr>
      <vt:lpstr>Présentation des méthodes -             Recherche de primitives géométriques</vt:lpstr>
      <vt:lpstr>Présentation des méthodes -        Reconstruction des surfaces</vt:lpstr>
      <vt:lpstr>Présentation des méthodes -        Classification des surfaces</vt:lpstr>
      <vt:lpstr>Différence entre nuage de points et maillage</vt:lpstr>
      <vt:lpstr>Difficultés d’implémentation</vt:lpstr>
      <vt:lpstr>Mon avis</vt:lpstr>
      <vt:lpstr>Conclusion</vt:lpstr>
      <vt:lpstr>Suite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Eliott Sentenac</dc:creator>
  <cp:lastModifiedBy>Eliott Sentenac</cp:lastModifiedBy>
  <cp:revision>2</cp:revision>
  <dcterms:created xsi:type="dcterms:W3CDTF">2025-06-27T06:33:43Z</dcterms:created>
  <dcterms:modified xsi:type="dcterms:W3CDTF">2025-06-27T12:53:55Z</dcterms:modified>
</cp:coreProperties>
</file>